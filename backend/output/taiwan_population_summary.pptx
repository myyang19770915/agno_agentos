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台灣近年人口趨勢分析（2015–2023）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自動產生 PPT - 包含圖表與數據摘要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要點摘要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2015–2019：人口略增，接近高點。</a:t>
            </a:r>
          </a:p>
          <a:p>
            <a:pPr lvl="1"/>
            <a:r>
              <a:t>2. 2020 起：出生率下降、天然增加為負，人口出現下滑。</a:t>
            </a:r>
          </a:p>
          <a:p>
            <a:r>
              <a:t>3. 2023：淨遷入增加，導致人口回升。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年末總人口（2015–2023）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274320">
                <a:tc>
                  <a:txBody>
                    <a:bodyPr/>
                    <a:lstStyle/>
                    <a:p>
                      <a:r>
                        <a:t>年份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年末總人口(人)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23,492,074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23,539,816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23,571,227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23,588,932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23,603,121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23,561,236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23,375,314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23,264,640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23,420,442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人口趨勢圖（2015–2023）</a:t>
            </a:r>
          </a:p>
        </p:txBody>
      </p:sp>
      <p:pic>
        <p:nvPicPr>
          <p:cNvPr id="3" name="Picture 2" descr="taiwan_population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5486400" cy="30845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解讀與影響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少子化趨勢明顯，出生數逐年降低。</a:t>
            </a:r>
          </a:p>
          <a:p>
            <a:pPr lvl="1"/>
            <a:r>
              <a:t>2. 老齡化與扶養比上升，長期社會支出壓力增加。</a:t>
            </a:r>
          </a:p>
          <a:p>
            <a:pPr lvl="1"/>
            <a:r>
              <a:t>3. 移民政策與經濟因素會影響短期人口波動。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結論與建議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強化少子化相關政策，如托育、育兒津貼等。</a:t>
            </a:r>
          </a:p>
          <a:p>
            <a:pPr lvl="1"/>
            <a:r>
              <a:t>2. 吸引高技能移工與人才，緩解短期人口流失。</a:t>
            </a:r>
          </a:p>
          <a:p>
            <a:pPr lvl="1"/>
            <a:r>
              <a:t>3. 調整長期社會保險與養老制度因應老年人口增加。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資料來源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內政部戶政司（Household Registration, Ministry of the Interior）</a:t>
            </a:r>
          </a:p>
          <a:p>
            <a:pPr lvl="1"/>
            <a:r>
              <a:t>Taiwan News, Taipei Times 與維基百科整理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
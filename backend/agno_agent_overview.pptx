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Agno Agent 簡介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快速、多代理框架 — 摘要與資源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什麼是 Agno?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輕量且快速的多代理 (multi-agent) 框架</a:t>
            </a:r>
          </a:p>
          <a:p>
            <a:pPr lvl="1"/>
            <a:r>
              <a:t>- 支援工具整合、記憶體、知識管理與推理</a:t>
            </a:r>
          </a:p>
          <a:p>
            <a:pPr lvl="1"/>
            <a:r>
              <a:t>- 適合開發可部署於生產的 agent 應用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宣告式 agent 組裝: 以 Python 配置 model、memory、tools</a:t>
            </a:r>
          </a:p>
          <a:p>
            <a:r>
              <a:t>- Tools as first-class citizens: 工具呼叫與外部系統整合</a:t>
            </a:r>
          </a:p>
          <a:p>
            <a:r>
              <a:t>- 可檢視的推理流程與除錯追蹤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架構與元件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Models: 支援多種 LLM 後端 (例如 OpenAI, Anthropic 等)</a:t>
            </a:r>
          </a:p>
          <a:p>
            <a:r>
              <a:t>- Memory: 短期會話記憶 &amp; 長期持久化存儲</a:t>
            </a:r>
          </a:p>
          <a:p>
            <a:r>
              <a:t>- Knowledge/RAG: 向量資料庫與檢索增強生成</a:t>
            </a:r>
          </a:p>
          <a:p>
            <a:r>
              <a:t>- Tools &amp; Integrations: 內建 100+ 工具套件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應用場景與範例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研究助理: 多步驟檢索、整理與報告生成</a:t>
            </a:r>
          </a:p>
          <a:p>
            <a:r>
              <a:t>- 工作流程自動化: 串接專責 agents 形成 pipeline</a:t>
            </a:r>
          </a:p>
          <a:p>
            <a:r>
              <a:t>- 產品化部署: 可在生產環境高速執行與監控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參考資源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官方 GitHub: https://github.com/agno-agi/agno</a:t>
            </a:r>
          </a:p>
          <a:p>
            <a:r>
              <a:t>- 文章: DigitalOcean 講解 Agno 框架</a:t>
            </a:r>
          </a:p>
          <a:p>
            <a:r>
              <a:t>- 官方文件: https://docs.agno.com (若可用)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